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9600"/>
            <a:ext cx="7772400" cy="1470025"/>
          </a:xfrm>
        </p:spPr>
        <p:txBody>
          <a:bodyPr/>
          <a:lstStyle/>
          <a:p>
            <a:r>
              <a:rPr lang="en-IN" dirty="0" smtClean="0"/>
              <a:t>   </a:t>
            </a:r>
            <a:r>
              <a:rPr lang="en-IN" dirty="0" err="1" smtClean="0"/>
              <a:t>Pyspark</a:t>
            </a:r>
            <a:r>
              <a:rPr lang="en-IN" dirty="0" smtClean="0"/>
              <a:t> Project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600200"/>
            <a:ext cx="7391400" cy="3810000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chemeClr val="tx1"/>
                </a:solidFill>
              </a:rPr>
              <a:t>Business Requirement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  <a:latin typeface="+mj-lt"/>
              </a:rPr>
              <a:t>Client have to data available in CSV format and not available on proper format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  <a:latin typeface="+mj-lt"/>
              </a:rPr>
              <a:t>Business wants to grew the business and for that we have to clean the data and process and build certain KPIs for the business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  <a:latin typeface="+mj-lt"/>
              </a:rPr>
              <a:t>We have below data in separate CSV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  <a:latin typeface="+mj-lt"/>
              </a:rPr>
              <a:t>Customer related data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  <a:latin typeface="+mj-lt"/>
              </a:rPr>
              <a:t>1) menu.CSV.txt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  <a:latin typeface="+mj-lt"/>
              </a:rPr>
              <a:t>2) Sales.CSV.txt</a:t>
            </a:r>
          </a:p>
          <a:p>
            <a:pPr algn="l"/>
            <a:endParaRPr lang="en-IN" sz="2000" dirty="0">
              <a:latin typeface="+mj-lt"/>
            </a:endParaRPr>
          </a:p>
          <a:p>
            <a:pPr algn="l"/>
            <a:endParaRPr lang="en-IN" sz="2000" dirty="0" smtClean="0">
              <a:latin typeface="+mj-lt"/>
            </a:endParaRPr>
          </a:p>
          <a:p>
            <a:pPr algn="l"/>
            <a:endParaRPr lang="en-IN" sz="2000" dirty="0">
              <a:latin typeface="+mj-lt"/>
            </a:endParaRPr>
          </a:p>
          <a:p>
            <a:pPr algn="l"/>
            <a:endParaRPr lang="en-IN" sz="2000" dirty="0" smtClean="0">
              <a:latin typeface="+mj-lt"/>
            </a:endParaRPr>
          </a:p>
          <a:p>
            <a:pPr algn="l"/>
            <a:endParaRPr lang="en-IN" sz="2000" dirty="0" smtClean="0">
              <a:latin typeface="+mj-lt"/>
            </a:endParaRPr>
          </a:p>
          <a:p>
            <a:pPr algn="l"/>
            <a:endParaRPr lang="en-IN" sz="2000" dirty="0" smtClean="0">
              <a:latin typeface="+mj-lt"/>
            </a:endParaRPr>
          </a:p>
          <a:p>
            <a:pPr algn="l"/>
            <a:endParaRPr lang="en-IN" sz="13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670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KPI For Business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IN" sz="2000" dirty="0" smtClean="0"/>
              <a:t>Total Amount spent by each customer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Total Amount spent by each food category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Total Amount sales in </a:t>
            </a:r>
            <a:r>
              <a:rPr lang="en-IN" sz="2000" smtClean="0"/>
              <a:t>each </a:t>
            </a:r>
            <a:r>
              <a:rPr lang="en-IN" sz="2000" smtClean="0"/>
              <a:t>month</a:t>
            </a:r>
            <a:endParaRPr lang="en-IN" sz="2000" dirty="0" smtClean="0"/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Yearly sales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Quarterly sales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Total no of order by each category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Top 5 Ordered items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Top Ordered items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Frequency Of Customer Visited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Total Sales by each country</a:t>
            </a:r>
          </a:p>
          <a:p>
            <a:pPr>
              <a:buFont typeface="Wingdings" pitchFamily="2" charset="2"/>
              <a:buChar char="§"/>
            </a:pPr>
            <a:r>
              <a:rPr lang="en-IN" sz="2000" dirty="0" smtClean="0"/>
              <a:t>Total sales by order source</a:t>
            </a:r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5122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 smtClean="0">
                <a:solidFill>
                  <a:srgbClr val="FF0000"/>
                </a:solidFill>
              </a:rPr>
              <a:t>Customer data</a:t>
            </a:r>
          </a:p>
          <a:p>
            <a:r>
              <a:rPr lang="en-IN" sz="2000" b="1" dirty="0" err="1" smtClean="0"/>
              <a:t>Product_Id</a:t>
            </a:r>
            <a:r>
              <a:rPr lang="en-IN" sz="2000" b="1" dirty="0" smtClean="0"/>
              <a:t> </a:t>
            </a:r>
            <a:r>
              <a:rPr lang="en-IN" sz="2000" dirty="0" smtClean="0"/>
              <a:t>      </a:t>
            </a:r>
            <a:r>
              <a:rPr lang="en-IN" sz="2000" dirty="0" err="1" smtClean="0"/>
              <a:t>IntegerType</a:t>
            </a:r>
            <a:r>
              <a:rPr lang="en-IN" sz="2000" dirty="0" smtClean="0"/>
              <a:t>()</a:t>
            </a:r>
          </a:p>
          <a:p>
            <a:r>
              <a:rPr lang="en-IN" sz="2000" b="1" dirty="0" err="1" smtClean="0"/>
              <a:t>Customer_Id</a:t>
            </a:r>
            <a:r>
              <a:rPr lang="en-IN" sz="2000" b="1" dirty="0" smtClean="0"/>
              <a:t> </a:t>
            </a:r>
            <a:r>
              <a:rPr lang="en-IN" sz="2000" dirty="0" smtClean="0"/>
              <a:t>   </a:t>
            </a:r>
            <a:r>
              <a:rPr lang="en-IN" sz="2000" dirty="0" err="1" smtClean="0"/>
              <a:t>StringType</a:t>
            </a:r>
            <a:r>
              <a:rPr lang="en-IN" sz="2000" dirty="0" smtClean="0"/>
              <a:t>()</a:t>
            </a:r>
          </a:p>
          <a:p>
            <a:r>
              <a:rPr lang="en-IN" sz="2000" b="1" dirty="0" err="1" smtClean="0"/>
              <a:t>Order_Date</a:t>
            </a:r>
            <a:r>
              <a:rPr lang="en-IN" sz="2000" dirty="0" smtClean="0"/>
              <a:t>      </a:t>
            </a:r>
            <a:r>
              <a:rPr lang="en-IN" sz="2000" dirty="0" err="1" smtClean="0"/>
              <a:t>DateType</a:t>
            </a:r>
            <a:r>
              <a:rPr lang="en-IN" sz="2000" dirty="0" smtClean="0"/>
              <a:t>()</a:t>
            </a:r>
          </a:p>
          <a:p>
            <a:r>
              <a:rPr lang="en-IN" sz="2000" b="1" dirty="0" smtClean="0"/>
              <a:t>Location </a:t>
            </a:r>
            <a:r>
              <a:rPr lang="en-IN" sz="2000" dirty="0" smtClean="0"/>
              <a:t>           </a:t>
            </a:r>
            <a:r>
              <a:rPr lang="en-IN" sz="2000" dirty="0" err="1" smtClean="0"/>
              <a:t>StringType</a:t>
            </a:r>
            <a:r>
              <a:rPr lang="en-IN" sz="2000" dirty="0" smtClean="0"/>
              <a:t>()</a:t>
            </a:r>
          </a:p>
          <a:p>
            <a:r>
              <a:rPr lang="en-IN" sz="2000" b="1" dirty="0" err="1" smtClean="0"/>
              <a:t>Source_Order</a:t>
            </a:r>
            <a:r>
              <a:rPr lang="en-IN" sz="2000" dirty="0" smtClean="0"/>
              <a:t>   </a:t>
            </a:r>
            <a:r>
              <a:rPr lang="en-IN" sz="2000" dirty="0" err="1" smtClean="0"/>
              <a:t>StringType</a:t>
            </a:r>
            <a:r>
              <a:rPr lang="en-IN" sz="2000" dirty="0" smtClean="0"/>
              <a:t>()</a:t>
            </a:r>
            <a:endParaRPr lang="en-IN" sz="2000" dirty="0"/>
          </a:p>
          <a:p>
            <a:endParaRPr lang="en-IN" sz="2000" dirty="0" smtClean="0"/>
          </a:p>
          <a:p>
            <a:pPr marL="0" indent="0">
              <a:buNone/>
            </a:pPr>
            <a:r>
              <a:rPr lang="en-IN" sz="2000" b="1" dirty="0" smtClean="0">
                <a:solidFill>
                  <a:srgbClr val="FF0000"/>
                </a:solidFill>
              </a:rPr>
              <a:t>Product Data</a:t>
            </a:r>
          </a:p>
          <a:p>
            <a:r>
              <a:rPr lang="en-IN" sz="2000" b="1" dirty="0" err="1" smtClean="0"/>
              <a:t>Product_Id</a:t>
            </a:r>
            <a:r>
              <a:rPr lang="en-IN" sz="2000" b="1" dirty="0" smtClean="0"/>
              <a:t>-</a:t>
            </a:r>
            <a:r>
              <a:rPr lang="en-IN" sz="2000" dirty="0" smtClean="0"/>
              <a:t>        </a:t>
            </a:r>
            <a:r>
              <a:rPr lang="en-IN" sz="2000" dirty="0" err="1" smtClean="0"/>
              <a:t>IntegerType</a:t>
            </a:r>
            <a:r>
              <a:rPr lang="en-IN" sz="2000" dirty="0" smtClean="0"/>
              <a:t>()</a:t>
            </a:r>
          </a:p>
          <a:p>
            <a:r>
              <a:rPr lang="en-IN" sz="2000" b="1" dirty="0" err="1" smtClean="0"/>
              <a:t>Product_name</a:t>
            </a:r>
            <a:r>
              <a:rPr lang="en-IN" sz="2000" dirty="0" smtClean="0"/>
              <a:t>   </a:t>
            </a:r>
            <a:r>
              <a:rPr lang="en-IN" sz="2000" dirty="0" err="1" smtClean="0"/>
              <a:t>StringType</a:t>
            </a:r>
            <a:r>
              <a:rPr lang="en-IN" sz="2000" dirty="0" smtClean="0"/>
              <a:t>()</a:t>
            </a:r>
          </a:p>
          <a:p>
            <a:r>
              <a:rPr lang="en-IN" sz="2000" b="1"/>
              <a:t>Price </a:t>
            </a:r>
            <a:r>
              <a:rPr lang="en-IN" sz="2000"/>
              <a:t> </a:t>
            </a:r>
            <a:r>
              <a:rPr lang="en-IN" sz="2000" smtClean="0"/>
              <a:t>                    IntegerType</a:t>
            </a:r>
            <a:r>
              <a:rPr lang="en-IN" sz="2000" dirty="0"/>
              <a:t>(</a:t>
            </a:r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84294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142</Words>
  <Application>Microsoft Office PowerPoint</Application>
  <PresentationFormat>On-screen Show (4:3)</PresentationFormat>
  <Paragraphs>38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   Pyspark Project </vt:lpstr>
      <vt:lpstr>KPI For Business </vt:lpstr>
      <vt:lpstr>DataSet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PysparkProject </dc:title>
  <dc:creator>Samarth More</dc:creator>
  <cp:lastModifiedBy>HP</cp:lastModifiedBy>
  <cp:revision>8</cp:revision>
  <dcterms:created xsi:type="dcterms:W3CDTF">2006-08-16T00:00:00Z</dcterms:created>
  <dcterms:modified xsi:type="dcterms:W3CDTF">2026-09-26T06:04:39Z</dcterms:modified>
</cp:coreProperties>
</file>